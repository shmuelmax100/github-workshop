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5930" y="1709411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Conversation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The unified PR thread — description, comments, reviews, and event log.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6017" y="1709411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Commits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Browse the individual commits in this PR. Useful for stacked-diff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0380" y="1709411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Checks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Status of every CI run for this PR: tests, linters, security scans, deploys.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16655" y="1709411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Files changed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The full diff. Leave inline comments, suggested changes, and approvals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4477" y="1556696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Reviewers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Request review from people or teams. CODEOWNERS auto-fills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4477" y="1924812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Assignees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Who is responsible for landing this PR. Often the author, sometimes a shepherd.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4477" y="2288146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Labels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Categorise the PR: bug, feature, area/api, needs-triage. Drives filters &amp;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4477" y="2656262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Projects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Add to a GitHub Project board — Kanban, roadmap, or sprint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4477" y="3019597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Milestone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Group PRs by release or iteration (e.g. v1.2.0, Sprint 14).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pr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398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4477" y="3387712"/>
            <a:ext cx="548640" cy="548640"/>
          </a:xfrm>
          <a:prstGeom prst="rect">
            <a:avLst/>
          </a:prstGeom>
          <a:noFill/>
          <a:effectLst>
            <a:outerShdw blurRad="76200" dist="2540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  <a:latin typeface="Segoe UI Emoji"/>
              </a:rPr>
              <a:t>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3984"/>
            <a:ext cx="8412480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0883E"/>
                </a:solidFill>
                <a:latin typeface="Calibri"/>
              </a:rPr>
              <a:t>Development</a:t>
            </a:r>
            <a:r>
              <a:rPr sz="1600">
                <a:solidFill>
                  <a:srgbClr val="C9D1D9"/>
                </a:solidFill>
                <a:latin typeface="Calibri"/>
              </a:rPr>
              <a:t>  —  </a:t>
            </a:r>
            <a:r>
              <a:rPr sz="1400">
                <a:solidFill>
                  <a:srgbClr val="FFFFFF"/>
                </a:solidFill>
                <a:latin typeface="Calibri"/>
              </a:rPr>
              <a:t>Link issues. "Closes #123" in the description auto-closes them on merge.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